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</p:sldIdLst>
  <p:sldSz cx="11520488" cy="5040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92" y="2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061" y="824885"/>
            <a:ext cx="8640366" cy="1754776"/>
          </a:xfrm>
        </p:spPr>
        <p:txBody>
          <a:bodyPr anchor="b"/>
          <a:lstStyle>
            <a:lvl1pPr algn="ctr">
              <a:defRPr sz="44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2647331"/>
            <a:ext cx="8640366" cy="1216909"/>
          </a:xfrm>
        </p:spPr>
        <p:txBody>
          <a:bodyPr/>
          <a:lstStyle>
            <a:lvl1pPr marL="0" indent="0" algn="ctr">
              <a:buNone/>
              <a:defRPr sz="1764"/>
            </a:lvl1pPr>
            <a:lvl2pPr marL="336042" indent="0" algn="ctr">
              <a:buNone/>
              <a:defRPr sz="1470"/>
            </a:lvl2pPr>
            <a:lvl3pPr marL="672084" indent="0" algn="ctr">
              <a:buNone/>
              <a:defRPr sz="1323"/>
            </a:lvl3pPr>
            <a:lvl4pPr marL="1008126" indent="0" algn="ctr">
              <a:buNone/>
              <a:defRPr sz="1176"/>
            </a:lvl4pPr>
            <a:lvl5pPr marL="1344168" indent="0" algn="ctr">
              <a:buNone/>
              <a:defRPr sz="1176"/>
            </a:lvl5pPr>
            <a:lvl6pPr marL="1680210" indent="0" algn="ctr">
              <a:buNone/>
              <a:defRPr sz="1176"/>
            </a:lvl6pPr>
            <a:lvl7pPr marL="2016252" indent="0" algn="ctr">
              <a:buNone/>
              <a:defRPr sz="1176"/>
            </a:lvl7pPr>
            <a:lvl8pPr marL="2352294" indent="0" algn="ctr">
              <a:buNone/>
              <a:defRPr sz="1176"/>
            </a:lvl8pPr>
            <a:lvl9pPr marL="2688336" indent="0" algn="ctr">
              <a:buNone/>
              <a:defRPr sz="117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AE070-E467-4E06-80EB-569A65CBB189}" type="datetimeFigureOut">
              <a:rPr lang="cs-CZ" smtClean="0"/>
              <a:t>28.07.2025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3BFBF5-6239-4809-8E08-F1235B25E572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34915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AE070-E467-4E06-80EB-569A65CBB189}" type="datetimeFigureOut">
              <a:rPr lang="cs-CZ" smtClean="0"/>
              <a:t>28.07.2025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3BFBF5-6239-4809-8E08-F1235B25E572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78708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3" y="1256579"/>
            <a:ext cx="9936421" cy="2096630"/>
          </a:xfrm>
        </p:spPr>
        <p:txBody>
          <a:bodyPr anchor="b"/>
          <a:lstStyle>
            <a:lvl1pPr>
              <a:defRPr sz="44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3" y="3373044"/>
            <a:ext cx="9936421" cy="1102568"/>
          </a:xfrm>
        </p:spPr>
        <p:txBody>
          <a:bodyPr/>
          <a:lstStyle>
            <a:lvl1pPr marL="0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1pPr>
            <a:lvl2pPr marL="336042" indent="0">
              <a:buNone/>
              <a:defRPr sz="1470">
                <a:solidFill>
                  <a:schemeClr val="tx1">
                    <a:tint val="82000"/>
                  </a:schemeClr>
                </a:solidFill>
              </a:defRPr>
            </a:lvl2pPr>
            <a:lvl3pPr marL="672084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3pPr>
            <a:lvl4pPr marL="1008126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4pPr>
            <a:lvl5pPr marL="1344168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5pPr>
            <a:lvl6pPr marL="1680210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6pPr>
            <a:lvl7pPr marL="2016252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7pPr>
            <a:lvl8pPr marL="2352294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8pPr>
            <a:lvl9pPr marL="2688336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AE070-E467-4E06-80EB-569A65CBB189}" type="datetimeFigureOut">
              <a:rPr lang="cs-CZ" smtClean="0"/>
              <a:t>28.07.2025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3BFBF5-6239-4809-8E08-F1235B25E572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48828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1341750"/>
            <a:ext cx="4896207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1341750"/>
            <a:ext cx="4896207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AE070-E467-4E06-80EB-569A65CBB189}" type="datetimeFigureOut">
              <a:rPr lang="cs-CZ" smtClean="0"/>
              <a:t>28.07.2025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3BFBF5-6239-4809-8E08-F1235B25E572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37804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268350"/>
            <a:ext cx="9936421" cy="97422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1235577"/>
            <a:ext cx="4873706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1841114"/>
            <a:ext cx="4873706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7" y="1235577"/>
            <a:ext cx="4897708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7" y="1841114"/>
            <a:ext cx="4897708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AE070-E467-4E06-80EB-569A65CBB189}" type="datetimeFigureOut">
              <a:rPr lang="cs-CZ" smtClean="0"/>
              <a:t>28.07.2025</a:t>
            </a:fld>
            <a:endParaRPr lang="cs-CZ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3BFBF5-6239-4809-8E08-F1235B25E572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24799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AE070-E467-4E06-80EB-569A65CBB189}" type="datetimeFigureOut">
              <a:rPr lang="cs-CZ" smtClean="0"/>
              <a:t>28.07.2025</a:t>
            </a:fld>
            <a:endParaRPr lang="cs-CZ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3BFBF5-6239-4809-8E08-F1235B25E572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74040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AE070-E467-4E06-80EB-569A65CBB189}" type="datetimeFigureOut">
              <a:rPr lang="cs-CZ" smtClean="0"/>
              <a:t>28.07.2025</a:t>
            </a:fld>
            <a:endParaRPr lang="cs-CZ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3BFBF5-6239-4809-8E08-F1235B25E572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61136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336021"/>
            <a:ext cx="3715657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725712"/>
            <a:ext cx="5832247" cy="3581889"/>
          </a:xfrm>
        </p:spPr>
        <p:txBody>
          <a:bodyPr/>
          <a:lstStyle>
            <a:lvl1pPr>
              <a:defRPr sz="2352"/>
            </a:lvl1pPr>
            <a:lvl2pPr>
              <a:defRPr sz="2058"/>
            </a:lvl2pPr>
            <a:lvl3pPr>
              <a:defRPr sz="1764"/>
            </a:lvl3pPr>
            <a:lvl4pPr>
              <a:defRPr sz="1470"/>
            </a:lvl4pPr>
            <a:lvl5pPr>
              <a:defRPr sz="1470"/>
            </a:lvl5pPr>
            <a:lvl6pPr>
              <a:defRPr sz="1470"/>
            </a:lvl6pPr>
            <a:lvl7pPr>
              <a:defRPr sz="1470"/>
            </a:lvl7pPr>
            <a:lvl8pPr>
              <a:defRPr sz="1470"/>
            </a:lvl8pPr>
            <a:lvl9pPr>
              <a:defRPr sz="147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512094"/>
            <a:ext cx="3715657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AE070-E467-4E06-80EB-569A65CBB189}" type="datetimeFigureOut">
              <a:rPr lang="cs-CZ" smtClean="0"/>
              <a:t>28.07.2025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3BFBF5-6239-4809-8E08-F1235B25E572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1249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336021"/>
            <a:ext cx="3715657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725712"/>
            <a:ext cx="5832247" cy="3581889"/>
          </a:xfrm>
        </p:spPr>
        <p:txBody>
          <a:bodyPr anchor="t"/>
          <a:lstStyle>
            <a:lvl1pPr marL="0" indent="0">
              <a:buNone/>
              <a:defRPr sz="2352"/>
            </a:lvl1pPr>
            <a:lvl2pPr marL="336042" indent="0">
              <a:buNone/>
              <a:defRPr sz="2058"/>
            </a:lvl2pPr>
            <a:lvl3pPr marL="672084" indent="0">
              <a:buNone/>
              <a:defRPr sz="1764"/>
            </a:lvl3pPr>
            <a:lvl4pPr marL="1008126" indent="0">
              <a:buNone/>
              <a:defRPr sz="1470"/>
            </a:lvl4pPr>
            <a:lvl5pPr marL="1344168" indent="0">
              <a:buNone/>
              <a:defRPr sz="1470"/>
            </a:lvl5pPr>
            <a:lvl6pPr marL="1680210" indent="0">
              <a:buNone/>
              <a:defRPr sz="1470"/>
            </a:lvl6pPr>
            <a:lvl7pPr marL="2016252" indent="0">
              <a:buNone/>
              <a:defRPr sz="1470"/>
            </a:lvl7pPr>
            <a:lvl8pPr marL="2352294" indent="0">
              <a:buNone/>
              <a:defRPr sz="1470"/>
            </a:lvl8pPr>
            <a:lvl9pPr marL="2688336" indent="0">
              <a:buNone/>
              <a:defRPr sz="147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512094"/>
            <a:ext cx="3715657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AE070-E467-4E06-80EB-569A65CBB189}" type="datetimeFigureOut">
              <a:rPr lang="cs-CZ" smtClean="0"/>
              <a:t>28.07.2025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3BFBF5-6239-4809-8E08-F1235B25E572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93457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AE070-E467-4E06-80EB-569A65CBB189}" type="datetimeFigureOut">
              <a:rPr lang="cs-CZ" smtClean="0"/>
              <a:t>28.07.2025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3BFBF5-6239-4809-8E08-F1235B25E572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6031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49" y="268350"/>
            <a:ext cx="2484105" cy="42714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3" y="268350"/>
            <a:ext cx="7308310" cy="42714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AE070-E467-4E06-80EB-569A65CBB189}" type="datetimeFigureOut">
              <a:rPr lang="cs-CZ" smtClean="0"/>
              <a:t>28.07.2025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3BFBF5-6239-4809-8E08-F1235B25E572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06995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268350"/>
            <a:ext cx="9936421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1341750"/>
            <a:ext cx="9936421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4671624"/>
            <a:ext cx="2592110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5AE070-E467-4E06-80EB-569A65CBB189}" type="datetimeFigureOut">
              <a:rPr lang="cs-CZ" smtClean="0"/>
              <a:t>28.07.2025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4671624"/>
            <a:ext cx="3888165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4671624"/>
            <a:ext cx="2592110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3BFBF5-6239-4809-8E08-F1235B25E572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0775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672084" rtl="0" eaLnBrk="1" latinLnBrk="0" hangingPunct="1">
        <a:lnSpc>
          <a:spcPct val="90000"/>
        </a:lnSpc>
        <a:spcBef>
          <a:spcPct val="0"/>
        </a:spcBef>
        <a:buNone/>
        <a:defRPr sz="323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8021" indent="-168021" algn="l" defTabSz="672084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058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2pPr>
      <a:lvl3pPr marL="84010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3pPr>
      <a:lvl4pPr marL="117614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512189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848231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18427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85635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3604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2pPr>
      <a:lvl3pPr marL="67208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3pPr>
      <a:lvl4pPr marL="100812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344168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68021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01625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35229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68833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8248D98-092C-6CA6-056C-7C4F9DB4BBA5}"/>
              </a:ext>
            </a:extLst>
          </p:cNvPr>
          <p:cNvSpPr/>
          <p:nvPr/>
        </p:nvSpPr>
        <p:spPr>
          <a:xfrm>
            <a:off x="252903" y="462196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7ABC892-67AC-CB65-4449-81C05DBE2F48}"/>
              </a:ext>
            </a:extLst>
          </p:cNvPr>
          <p:cNvSpPr/>
          <p:nvPr/>
        </p:nvSpPr>
        <p:spPr>
          <a:xfrm>
            <a:off x="252903" y="1120435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E97E3BF-3340-C0E8-64FF-14E9A081F655}"/>
              </a:ext>
            </a:extLst>
          </p:cNvPr>
          <p:cNvSpPr/>
          <p:nvPr/>
        </p:nvSpPr>
        <p:spPr>
          <a:xfrm>
            <a:off x="252903" y="1778674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A1B071-D6EB-ED31-D22C-5EDDF914E1F0}"/>
              </a:ext>
            </a:extLst>
          </p:cNvPr>
          <p:cNvSpPr/>
          <p:nvPr/>
        </p:nvSpPr>
        <p:spPr>
          <a:xfrm>
            <a:off x="252902" y="2436913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BAF1AAD-92F0-606D-969A-A584055428FC}"/>
              </a:ext>
            </a:extLst>
          </p:cNvPr>
          <p:cNvSpPr/>
          <p:nvPr/>
        </p:nvSpPr>
        <p:spPr>
          <a:xfrm>
            <a:off x="252901" y="3095153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FCA0AC7-07A7-6AAE-FEAB-6E0FBBD68621}"/>
              </a:ext>
            </a:extLst>
          </p:cNvPr>
          <p:cNvSpPr/>
          <p:nvPr/>
        </p:nvSpPr>
        <p:spPr>
          <a:xfrm>
            <a:off x="252901" y="3753391"/>
            <a:ext cx="505839" cy="505839"/>
          </a:xfrm>
          <a:prstGeom prst="ellipse">
            <a:avLst/>
          </a:prstGeom>
          <a:solidFill>
            <a:srgbClr val="FF000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FA6A15F-E520-8E3B-25E6-A562B2C9D521}"/>
              </a:ext>
            </a:extLst>
          </p:cNvPr>
          <p:cNvSpPr/>
          <p:nvPr/>
        </p:nvSpPr>
        <p:spPr>
          <a:xfrm>
            <a:off x="252901" y="4411630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ED79E1B-9B07-1615-F802-F6EB1B4B28DE}"/>
              </a:ext>
            </a:extLst>
          </p:cNvPr>
          <p:cNvSpPr/>
          <p:nvPr/>
        </p:nvSpPr>
        <p:spPr>
          <a:xfrm>
            <a:off x="1014904" y="462196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EDF35BF-ADE7-ED16-CC8C-4A232B1521AA}"/>
              </a:ext>
            </a:extLst>
          </p:cNvPr>
          <p:cNvSpPr/>
          <p:nvPr/>
        </p:nvSpPr>
        <p:spPr>
          <a:xfrm>
            <a:off x="1014904" y="1120435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DBCC04F-E802-8F46-5421-8F3B2E79C1A2}"/>
              </a:ext>
            </a:extLst>
          </p:cNvPr>
          <p:cNvSpPr/>
          <p:nvPr/>
        </p:nvSpPr>
        <p:spPr>
          <a:xfrm>
            <a:off x="1014904" y="1778674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5FDDF27-9873-9E8E-72B3-D4ED98F12AE4}"/>
              </a:ext>
            </a:extLst>
          </p:cNvPr>
          <p:cNvSpPr/>
          <p:nvPr/>
        </p:nvSpPr>
        <p:spPr>
          <a:xfrm>
            <a:off x="1014903" y="2436913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89E804B-C4BC-323F-0B8B-2A8BDC4A2697}"/>
              </a:ext>
            </a:extLst>
          </p:cNvPr>
          <p:cNvSpPr/>
          <p:nvPr/>
        </p:nvSpPr>
        <p:spPr>
          <a:xfrm>
            <a:off x="1014902" y="3095153"/>
            <a:ext cx="505839" cy="505839"/>
          </a:xfrm>
          <a:prstGeom prst="ellipse">
            <a:avLst/>
          </a:prstGeom>
          <a:solidFill>
            <a:srgbClr val="FF000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262604D-F7DC-D9EA-D01C-B50AAA1DEFDF}"/>
              </a:ext>
            </a:extLst>
          </p:cNvPr>
          <p:cNvSpPr/>
          <p:nvPr/>
        </p:nvSpPr>
        <p:spPr>
          <a:xfrm>
            <a:off x="1014902" y="3753391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EE97660-0E50-CFAB-1241-35A7282DB466}"/>
              </a:ext>
            </a:extLst>
          </p:cNvPr>
          <p:cNvSpPr/>
          <p:nvPr/>
        </p:nvSpPr>
        <p:spPr>
          <a:xfrm>
            <a:off x="1014902" y="4411630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16B4FEE-7F03-3BF1-D143-679F8DE5AA88}"/>
              </a:ext>
            </a:extLst>
          </p:cNvPr>
          <p:cNvSpPr/>
          <p:nvPr/>
        </p:nvSpPr>
        <p:spPr>
          <a:xfrm>
            <a:off x="1776902" y="462196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ECF71E2-C832-A6F9-0EF8-CA9C254DA85A}"/>
              </a:ext>
            </a:extLst>
          </p:cNvPr>
          <p:cNvSpPr/>
          <p:nvPr/>
        </p:nvSpPr>
        <p:spPr>
          <a:xfrm>
            <a:off x="1776902" y="1120435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03608EB-45F5-79F9-6B44-C76606781603}"/>
              </a:ext>
            </a:extLst>
          </p:cNvPr>
          <p:cNvSpPr/>
          <p:nvPr/>
        </p:nvSpPr>
        <p:spPr>
          <a:xfrm>
            <a:off x="1776902" y="1778674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0A70217-52CA-6FB0-0980-5701C9CB4CF9}"/>
              </a:ext>
            </a:extLst>
          </p:cNvPr>
          <p:cNvSpPr/>
          <p:nvPr/>
        </p:nvSpPr>
        <p:spPr>
          <a:xfrm>
            <a:off x="1776901" y="2436913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851FF5F-855C-D98D-C0F8-6811F85B5DE8}"/>
              </a:ext>
            </a:extLst>
          </p:cNvPr>
          <p:cNvSpPr/>
          <p:nvPr/>
        </p:nvSpPr>
        <p:spPr>
          <a:xfrm>
            <a:off x="1776900" y="3095153"/>
            <a:ext cx="505839" cy="505839"/>
          </a:xfrm>
          <a:prstGeom prst="ellipse">
            <a:avLst/>
          </a:prstGeom>
          <a:solidFill>
            <a:srgbClr val="FF000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12F5CA-5310-0D07-8E4C-0B58B04C28A4}"/>
              </a:ext>
            </a:extLst>
          </p:cNvPr>
          <p:cNvSpPr/>
          <p:nvPr/>
        </p:nvSpPr>
        <p:spPr>
          <a:xfrm>
            <a:off x="1776900" y="3753391"/>
            <a:ext cx="505839" cy="505839"/>
          </a:xfrm>
          <a:prstGeom prst="ellipse">
            <a:avLst/>
          </a:prstGeom>
          <a:solidFill>
            <a:srgbClr val="FF000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2EA9337-31F4-0262-A80B-01B89870E78A}"/>
              </a:ext>
            </a:extLst>
          </p:cNvPr>
          <p:cNvSpPr/>
          <p:nvPr/>
        </p:nvSpPr>
        <p:spPr>
          <a:xfrm>
            <a:off x="1776900" y="4411630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E62896C-6A00-3761-B429-9BEABCEC20C6}"/>
              </a:ext>
            </a:extLst>
          </p:cNvPr>
          <p:cNvSpPr/>
          <p:nvPr/>
        </p:nvSpPr>
        <p:spPr>
          <a:xfrm>
            <a:off x="2538898" y="462305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E212F8F-7FD1-75BF-8A29-729686BC135F}"/>
              </a:ext>
            </a:extLst>
          </p:cNvPr>
          <p:cNvSpPr/>
          <p:nvPr/>
        </p:nvSpPr>
        <p:spPr>
          <a:xfrm>
            <a:off x="2538898" y="1120544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8AEC90-990F-268A-DEC8-0952059BBD86}"/>
              </a:ext>
            </a:extLst>
          </p:cNvPr>
          <p:cNvSpPr/>
          <p:nvPr/>
        </p:nvSpPr>
        <p:spPr>
          <a:xfrm>
            <a:off x="2538898" y="1778783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673F666F-8818-2CEE-DCC3-4BD0A48FC86A}"/>
              </a:ext>
            </a:extLst>
          </p:cNvPr>
          <p:cNvSpPr/>
          <p:nvPr/>
        </p:nvSpPr>
        <p:spPr>
          <a:xfrm>
            <a:off x="2538897" y="2437022"/>
            <a:ext cx="505839" cy="505839"/>
          </a:xfrm>
          <a:prstGeom prst="ellipse">
            <a:avLst/>
          </a:prstGeom>
          <a:solidFill>
            <a:srgbClr val="FF000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4C46AE9-72A1-1F8A-FA8A-81B05823DD1D}"/>
              </a:ext>
            </a:extLst>
          </p:cNvPr>
          <p:cNvSpPr/>
          <p:nvPr/>
        </p:nvSpPr>
        <p:spPr>
          <a:xfrm>
            <a:off x="2538896" y="3095262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23E06363-0EEA-E62B-0289-CD50503446A9}"/>
              </a:ext>
            </a:extLst>
          </p:cNvPr>
          <p:cNvSpPr/>
          <p:nvPr/>
        </p:nvSpPr>
        <p:spPr>
          <a:xfrm>
            <a:off x="2538896" y="3753500"/>
            <a:ext cx="505839" cy="505839"/>
          </a:xfrm>
          <a:prstGeom prst="ellipse">
            <a:avLst/>
          </a:prstGeom>
          <a:solidFill>
            <a:srgbClr val="FF000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C5BC9E9-955D-1349-E406-80A25562FA6C}"/>
              </a:ext>
            </a:extLst>
          </p:cNvPr>
          <p:cNvSpPr/>
          <p:nvPr/>
        </p:nvSpPr>
        <p:spPr>
          <a:xfrm>
            <a:off x="2538896" y="4411739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97DA011-7A46-3E65-94D5-12629B4EC9DC}"/>
              </a:ext>
            </a:extLst>
          </p:cNvPr>
          <p:cNvSpPr/>
          <p:nvPr/>
        </p:nvSpPr>
        <p:spPr>
          <a:xfrm>
            <a:off x="3300864" y="456425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3FF4B53-FD89-7D91-D6B9-3A34E0486D19}"/>
              </a:ext>
            </a:extLst>
          </p:cNvPr>
          <p:cNvSpPr/>
          <p:nvPr/>
        </p:nvSpPr>
        <p:spPr>
          <a:xfrm>
            <a:off x="3300864" y="1114664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C4BABAA-4511-18A5-E8E4-34ECE3605203}"/>
              </a:ext>
            </a:extLst>
          </p:cNvPr>
          <p:cNvSpPr/>
          <p:nvPr/>
        </p:nvSpPr>
        <p:spPr>
          <a:xfrm>
            <a:off x="3300864" y="1772903"/>
            <a:ext cx="505839" cy="505839"/>
          </a:xfrm>
          <a:prstGeom prst="ellipse">
            <a:avLst/>
          </a:prstGeom>
          <a:solidFill>
            <a:srgbClr val="FF000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E6BCE78-D778-3276-C7D2-9DE96241AB37}"/>
              </a:ext>
            </a:extLst>
          </p:cNvPr>
          <p:cNvSpPr/>
          <p:nvPr/>
        </p:nvSpPr>
        <p:spPr>
          <a:xfrm>
            <a:off x="3300863" y="2431143"/>
            <a:ext cx="505839" cy="505839"/>
          </a:xfrm>
          <a:prstGeom prst="ellipse">
            <a:avLst/>
          </a:prstGeom>
          <a:solidFill>
            <a:srgbClr val="FF000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51FE63A-102F-CE8B-0479-BF5BEF50F6D8}"/>
              </a:ext>
            </a:extLst>
          </p:cNvPr>
          <p:cNvSpPr/>
          <p:nvPr/>
        </p:nvSpPr>
        <p:spPr>
          <a:xfrm>
            <a:off x="3300862" y="3089381"/>
            <a:ext cx="505839" cy="505839"/>
          </a:xfrm>
          <a:prstGeom prst="ellipse">
            <a:avLst/>
          </a:prstGeom>
          <a:solidFill>
            <a:srgbClr val="FF000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806E946-4AF0-C0AA-4EAB-10330343DCE7}"/>
              </a:ext>
            </a:extLst>
          </p:cNvPr>
          <p:cNvSpPr/>
          <p:nvPr/>
        </p:nvSpPr>
        <p:spPr>
          <a:xfrm>
            <a:off x="3300862" y="3747620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D46443C-0B53-4067-62D5-68ECF8BD450A}"/>
              </a:ext>
            </a:extLst>
          </p:cNvPr>
          <p:cNvSpPr/>
          <p:nvPr/>
        </p:nvSpPr>
        <p:spPr>
          <a:xfrm>
            <a:off x="3300862" y="4405859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08B51E2-1BB9-50BA-234B-057A7E2AE252}"/>
              </a:ext>
            </a:extLst>
          </p:cNvPr>
          <p:cNvSpPr/>
          <p:nvPr/>
        </p:nvSpPr>
        <p:spPr>
          <a:xfrm>
            <a:off x="4062856" y="451415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5C64FE6-A277-5F97-4107-1A43246EA38D}"/>
              </a:ext>
            </a:extLst>
          </p:cNvPr>
          <p:cNvSpPr/>
          <p:nvPr/>
        </p:nvSpPr>
        <p:spPr>
          <a:xfrm>
            <a:off x="4062856" y="1109654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FF054E68-20DA-5151-C916-8F1BC35BF7CA}"/>
              </a:ext>
            </a:extLst>
          </p:cNvPr>
          <p:cNvSpPr/>
          <p:nvPr/>
        </p:nvSpPr>
        <p:spPr>
          <a:xfrm>
            <a:off x="4062856" y="1767893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DEDA55C-6EF4-5672-8040-024876CF84FC}"/>
              </a:ext>
            </a:extLst>
          </p:cNvPr>
          <p:cNvSpPr/>
          <p:nvPr/>
        </p:nvSpPr>
        <p:spPr>
          <a:xfrm>
            <a:off x="4062855" y="2426132"/>
            <a:ext cx="505839" cy="505839"/>
          </a:xfrm>
          <a:prstGeom prst="ellipse">
            <a:avLst/>
          </a:prstGeom>
          <a:solidFill>
            <a:srgbClr val="FF000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9FD8303-87F1-79C3-56FA-977187F3E69A}"/>
              </a:ext>
            </a:extLst>
          </p:cNvPr>
          <p:cNvSpPr/>
          <p:nvPr/>
        </p:nvSpPr>
        <p:spPr>
          <a:xfrm>
            <a:off x="4062854" y="3084371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63A46E6-9768-1519-712A-A9CD071F01F7}"/>
              </a:ext>
            </a:extLst>
          </p:cNvPr>
          <p:cNvSpPr/>
          <p:nvPr/>
        </p:nvSpPr>
        <p:spPr>
          <a:xfrm>
            <a:off x="4062854" y="3742610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4D337B4C-B3AF-27F9-54A3-E680EDE0F4CB}"/>
              </a:ext>
            </a:extLst>
          </p:cNvPr>
          <p:cNvSpPr/>
          <p:nvPr/>
        </p:nvSpPr>
        <p:spPr>
          <a:xfrm>
            <a:off x="4062854" y="4400849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FCB40C2-6AF4-5296-DBAA-D716AB71999F}"/>
              </a:ext>
            </a:extLst>
          </p:cNvPr>
          <p:cNvSpPr/>
          <p:nvPr/>
        </p:nvSpPr>
        <p:spPr>
          <a:xfrm>
            <a:off x="4824846" y="449646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4CA6808B-822C-B33D-276A-29262542CE5E}"/>
              </a:ext>
            </a:extLst>
          </p:cNvPr>
          <p:cNvSpPr/>
          <p:nvPr/>
        </p:nvSpPr>
        <p:spPr>
          <a:xfrm>
            <a:off x="4824846" y="1107885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4F41006-A0A6-12D0-58F9-AAC0DC50CD7D}"/>
              </a:ext>
            </a:extLst>
          </p:cNvPr>
          <p:cNvSpPr/>
          <p:nvPr/>
        </p:nvSpPr>
        <p:spPr>
          <a:xfrm>
            <a:off x="4824846" y="1766124"/>
            <a:ext cx="505839" cy="505839"/>
          </a:xfrm>
          <a:prstGeom prst="ellipse">
            <a:avLst/>
          </a:prstGeom>
          <a:solidFill>
            <a:srgbClr val="FF000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855AB56-4C25-201B-023C-A39A225110CC}"/>
              </a:ext>
            </a:extLst>
          </p:cNvPr>
          <p:cNvSpPr/>
          <p:nvPr/>
        </p:nvSpPr>
        <p:spPr>
          <a:xfrm>
            <a:off x="4824845" y="2424363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DBAD8DF-93C8-ED45-CE77-FB023C3530F4}"/>
              </a:ext>
            </a:extLst>
          </p:cNvPr>
          <p:cNvSpPr/>
          <p:nvPr/>
        </p:nvSpPr>
        <p:spPr>
          <a:xfrm>
            <a:off x="4824844" y="3082602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99B2EF5-EB39-426C-C102-B875ED444F93}"/>
              </a:ext>
            </a:extLst>
          </p:cNvPr>
          <p:cNvSpPr/>
          <p:nvPr/>
        </p:nvSpPr>
        <p:spPr>
          <a:xfrm>
            <a:off x="4824844" y="3740841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9035EEA2-4801-4DC0-DC78-989B22DB359D}"/>
              </a:ext>
            </a:extLst>
          </p:cNvPr>
          <p:cNvSpPr/>
          <p:nvPr/>
        </p:nvSpPr>
        <p:spPr>
          <a:xfrm>
            <a:off x="4824844" y="4399080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830876E-5AD2-0373-C767-7120AE20103B}"/>
              </a:ext>
            </a:extLst>
          </p:cNvPr>
          <p:cNvSpPr/>
          <p:nvPr/>
        </p:nvSpPr>
        <p:spPr>
          <a:xfrm>
            <a:off x="6178031" y="444809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B1FA4F7-2E1B-8504-8587-B12630C8CF45}"/>
              </a:ext>
            </a:extLst>
          </p:cNvPr>
          <p:cNvSpPr/>
          <p:nvPr/>
        </p:nvSpPr>
        <p:spPr>
          <a:xfrm>
            <a:off x="6178031" y="1103048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8EAAF25-83DC-5426-6BB7-324D26EA30B1}"/>
              </a:ext>
            </a:extLst>
          </p:cNvPr>
          <p:cNvSpPr/>
          <p:nvPr/>
        </p:nvSpPr>
        <p:spPr>
          <a:xfrm>
            <a:off x="6178031" y="1761287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E908058-514C-B88A-7A19-D413961DB3CE}"/>
              </a:ext>
            </a:extLst>
          </p:cNvPr>
          <p:cNvSpPr/>
          <p:nvPr/>
        </p:nvSpPr>
        <p:spPr>
          <a:xfrm>
            <a:off x="6178030" y="2419527"/>
            <a:ext cx="505839" cy="505839"/>
          </a:xfrm>
          <a:prstGeom prst="ellipse">
            <a:avLst/>
          </a:prstGeom>
          <a:solidFill>
            <a:srgbClr val="00B05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5977EC02-4512-87B1-5F64-79DB4225B449}"/>
              </a:ext>
            </a:extLst>
          </p:cNvPr>
          <p:cNvSpPr/>
          <p:nvPr/>
        </p:nvSpPr>
        <p:spPr>
          <a:xfrm>
            <a:off x="6178029" y="3077765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5814C317-32F4-630B-161F-DE9E734D11E8}"/>
              </a:ext>
            </a:extLst>
          </p:cNvPr>
          <p:cNvSpPr/>
          <p:nvPr/>
        </p:nvSpPr>
        <p:spPr>
          <a:xfrm>
            <a:off x="6178029" y="3736004"/>
            <a:ext cx="505839" cy="505839"/>
          </a:xfrm>
          <a:prstGeom prst="ellipse">
            <a:avLst/>
          </a:prstGeom>
          <a:noFill/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9A599F5C-59D1-99BC-DB60-79761BE36E00}"/>
              </a:ext>
            </a:extLst>
          </p:cNvPr>
          <p:cNvSpPr/>
          <p:nvPr/>
        </p:nvSpPr>
        <p:spPr>
          <a:xfrm>
            <a:off x="6178029" y="4394243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EA83848-29B6-7B54-772D-C5B5DA939346}"/>
              </a:ext>
            </a:extLst>
          </p:cNvPr>
          <p:cNvSpPr/>
          <p:nvPr/>
        </p:nvSpPr>
        <p:spPr>
          <a:xfrm>
            <a:off x="6940031" y="444809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E2CDAB54-6A1C-8ED7-8892-228D2CA052A7}"/>
              </a:ext>
            </a:extLst>
          </p:cNvPr>
          <p:cNvSpPr/>
          <p:nvPr/>
        </p:nvSpPr>
        <p:spPr>
          <a:xfrm>
            <a:off x="6940031" y="1103048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1BD0DF29-1FC5-FC12-830A-3BABFCD85048}"/>
              </a:ext>
            </a:extLst>
          </p:cNvPr>
          <p:cNvSpPr/>
          <p:nvPr/>
        </p:nvSpPr>
        <p:spPr>
          <a:xfrm>
            <a:off x="6940031" y="1761287"/>
            <a:ext cx="505839" cy="505839"/>
          </a:xfrm>
          <a:prstGeom prst="ellipse">
            <a:avLst/>
          </a:prstGeom>
          <a:solidFill>
            <a:srgbClr val="00B05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51D019B-6D86-7075-1613-E3F30E81AF0D}"/>
              </a:ext>
            </a:extLst>
          </p:cNvPr>
          <p:cNvSpPr/>
          <p:nvPr/>
        </p:nvSpPr>
        <p:spPr>
          <a:xfrm>
            <a:off x="6940030" y="2419527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E0C2D63-5CB5-BB68-5FFF-6343AAA90FD8}"/>
              </a:ext>
            </a:extLst>
          </p:cNvPr>
          <p:cNvSpPr/>
          <p:nvPr/>
        </p:nvSpPr>
        <p:spPr>
          <a:xfrm>
            <a:off x="6940029" y="3077765"/>
            <a:ext cx="505839" cy="505839"/>
          </a:xfrm>
          <a:prstGeom prst="ellipse">
            <a:avLst/>
          </a:prstGeom>
          <a:noFill/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0853A452-76E2-BB2E-FBBE-9ED937774339}"/>
              </a:ext>
            </a:extLst>
          </p:cNvPr>
          <p:cNvSpPr/>
          <p:nvPr/>
        </p:nvSpPr>
        <p:spPr>
          <a:xfrm>
            <a:off x="6940029" y="3736004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8648BE3-1F47-52B1-D1A0-6D25926A04D5}"/>
              </a:ext>
            </a:extLst>
          </p:cNvPr>
          <p:cNvSpPr/>
          <p:nvPr/>
        </p:nvSpPr>
        <p:spPr>
          <a:xfrm>
            <a:off x="6940029" y="4394243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CB265445-0DE3-D07E-EA5F-ABB1C9205493}"/>
              </a:ext>
            </a:extLst>
          </p:cNvPr>
          <p:cNvSpPr/>
          <p:nvPr/>
        </p:nvSpPr>
        <p:spPr>
          <a:xfrm>
            <a:off x="7702029" y="444809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5821152-438D-D552-BAC8-B4F551B85671}"/>
              </a:ext>
            </a:extLst>
          </p:cNvPr>
          <p:cNvSpPr/>
          <p:nvPr/>
        </p:nvSpPr>
        <p:spPr>
          <a:xfrm>
            <a:off x="7702029" y="1103048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B61FEE9-52FE-F412-8732-66FCBABE1D31}"/>
              </a:ext>
            </a:extLst>
          </p:cNvPr>
          <p:cNvSpPr/>
          <p:nvPr/>
        </p:nvSpPr>
        <p:spPr>
          <a:xfrm>
            <a:off x="7702029" y="1761287"/>
            <a:ext cx="505839" cy="505839"/>
          </a:xfrm>
          <a:prstGeom prst="ellipse">
            <a:avLst/>
          </a:prstGeom>
          <a:solidFill>
            <a:srgbClr val="00B05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FD2B126C-2EBA-B5B7-653A-5D465E747FA1}"/>
              </a:ext>
            </a:extLst>
          </p:cNvPr>
          <p:cNvSpPr/>
          <p:nvPr/>
        </p:nvSpPr>
        <p:spPr>
          <a:xfrm>
            <a:off x="7702028" y="2419527"/>
            <a:ext cx="505839" cy="505839"/>
          </a:xfrm>
          <a:prstGeom prst="ellipse">
            <a:avLst/>
          </a:prstGeom>
          <a:solidFill>
            <a:srgbClr val="00B05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5B5D5DFE-AD56-801C-62C7-547A7FC540EA}"/>
              </a:ext>
            </a:extLst>
          </p:cNvPr>
          <p:cNvSpPr/>
          <p:nvPr/>
        </p:nvSpPr>
        <p:spPr>
          <a:xfrm>
            <a:off x="7702027" y="3077765"/>
            <a:ext cx="505839" cy="505839"/>
          </a:xfrm>
          <a:prstGeom prst="ellipse">
            <a:avLst/>
          </a:prstGeom>
          <a:noFill/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94AA6C2-68FA-1729-9192-F4F049962EB8}"/>
              </a:ext>
            </a:extLst>
          </p:cNvPr>
          <p:cNvSpPr/>
          <p:nvPr/>
        </p:nvSpPr>
        <p:spPr>
          <a:xfrm>
            <a:off x="7702027" y="3736004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34D66F52-04BB-6940-8C62-C8EAA1389FAE}"/>
              </a:ext>
            </a:extLst>
          </p:cNvPr>
          <p:cNvSpPr/>
          <p:nvPr/>
        </p:nvSpPr>
        <p:spPr>
          <a:xfrm>
            <a:off x="7702027" y="4394243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DF64EF51-C9CD-87C6-9237-7CE68D7373C0}"/>
              </a:ext>
            </a:extLst>
          </p:cNvPr>
          <p:cNvSpPr/>
          <p:nvPr/>
        </p:nvSpPr>
        <p:spPr>
          <a:xfrm>
            <a:off x="8463977" y="444809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23B3BD8-448F-6414-653E-EF6C892F5EF2}"/>
              </a:ext>
            </a:extLst>
          </p:cNvPr>
          <p:cNvSpPr/>
          <p:nvPr/>
        </p:nvSpPr>
        <p:spPr>
          <a:xfrm>
            <a:off x="8463977" y="1103048"/>
            <a:ext cx="505839" cy="505839"/>
          </a:xfrm>
          <a:prstGeom prst="ellipse">
            <a:avLst/>
          </a:prstGeom>
          <a:solidFill>
            <a:srgbClr val="00B05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9B70BA6F-D396-EA53-7CC3-383E9B49657D}"/>
              </a:ext>
            </a:extLst>
          </p:cNvPr>
          <p:cNvSpPr/>
          <p:nvPr/>
        </p:nvSpPr>
        <p:spPr>
          <a:xfrm>
            <a:off x="8463977" y="1761287"/>
            <a:ext cx="505839" cy="505839"/>
          </a:xfrm>
          <a:prstGeom prst="ellipse">
            <a:avLst/>
          </a:prstGeom>
          <a:solidFill>
            <a:srgbClr val="00B05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8E2AAB88-92C1-5726-BF9A-C1133C6D37AA}"/>
              </a:ext>
            </a:extLst>
          </p:cNvPr>
          <p:cNvSpPr/>
          <p:nvPr/>
        </p:nvSpPr>
        <p:spPr>
          <a:xfrm>
            <a:off x="8463976" y="2419527"/>
            <a:ext cx="505839" cy="505839"/>
          </a:xfrm>
          <a:prstGeom prst="ellipse">
            <a:avLst/>
          </a:prstGeom>
          <a:noFill/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6450415D-D73E-D56C-5EEF-383324AF50AD}"/>
              </a:ext>
            </a:extLst>
          </p:cNvPr>
          <p:cNvSpPr/>
          <p:nvPr/>
        </p:nvSpPr>
        <p:spPr>
          <a:xfrm>
            <a:off x="8463975" y="3077765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B26B14B-6899-7305-7759-9649BC7411D3}"/>
              </a:ext>
            </a:extLst>
          </p:cNvPr>
          <p:cNvSpPr/>
          <p:nvPr/>
        </p:nvSpPr>
        <p:spPr>
          <a:xfrm>
            <a:off x="8463975" y="3736004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F1C7633-7646-75C0-6783-B360189076A7}"/>
              </a:ext>
            </a:extLst>
          </p:cNvPr>
          <p:cNvSpPr/>
          <p:nvPr/>
        </p:nvSpPr>
        <p:spPr>
          <a:xfrm>
            <a:off x="8463975" y="4394243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8E6C3203-34BC-7EFE-3CCE-A843046E87A6}"/>
              </a:ext>
            </a:extLst>
          </p:cNvPr>
          <p:cNvSpPr/>
          <p:nvPr/>
        </p:nvSpPr>
        <p:spPr>
          <a:xfrm>
            <a:off x="9225955" y="437493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EB83ED26-E5C3-A984-8EE4-F48D5A6DD4A3}"/>
              </a:ext>
            </a:extLst>
          </p:cNvPr>
          <p:cNvSpPr/>
          <p:nvPr/>
        </p:nvSpPr>
        <p:spPr>
          <a:xfrm>
            <a:off x="9225961" y="1100743"/>
            <a:ext cx="505839" cy="505839"/>
          </a:xfrm>
          <a:prstGeom prst="ellipse">
            <a:avLst/>
          </a:prstGeom>
          <a:solidFill>
            <a:srgbClr val="00B05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4E515E2E-08D1-60B0-7590-724E3D05D948}"/>
              </a:ext>
            </a:extLst>
          </p:cNvPr>
          <p:cNvSpPr/>
          <p:nvPr/>
        </p:nvSpPr>
        <p:spPr>
          <a:xfrm>
            <a:off x="9225969" y="1760751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0112531E-AA39-5FE1-BE4B-548F17609EC3}"/>
              </a:ext>
            </a:extLst>
          </p:cNvPr>
          <p:cNvSpPr/>
          <p:nvPr/>
        </p:nvSpPr>
        <p:spPr>
          <a:xfrm>
            <a:off x="9225968" y="2418990"/>
            <a:ext cx="505839" cy="505839"/>
          </a:xfrm>
          <a:prstGeom prst="ellipse">
            <a:avLst/>
          </a:prstGeom>
          <a:noFill/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E8D7702-4E48-1303-2B97-1AB21DFF8E9F}"/>
              </a:ext>
            </a:extLst>
          </p:cNvPr>
          <p:cNvSpPr/>
          <p:nvPr/>
        </p:nvSpPr>
        <p:spPr>
          <a:xfrm>
            <a:off x="9225967" y="3077229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EAC75238-9676-793D-04E1-CF020CFE27BA}"/>
              </a:ext>
            </a:extLst>
          </p:cNvPr>
          <p:cNvSpPr/>
          <p:nvPr/>
        </p:nvSpPr>
        <p:spPr>
          <a:xfrm>
            <a:off x="9225967" y="3735468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386BC9C2-564C-954B-E50B-12B75B9DE5E5}"/>
              </a:ext>
            </a:extLst>
          </p:cNvPr>
          <p:cNvSpPr/>
          <p:nvPr/>
        </p:nvSpPr>
        <p:spPr>
          <a:xfrm>
            <a:off x="9225967" y="4393707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7899BC49-7D59-2C9F-D6D5-BC384C73008E}"/>
              </a:ext>
            </a:extLst>
          </p:cNvPr>
          <p:cNvSpPr/>
          <p:nvPr/>
        </p:nvSpPr>
        <p:spPr>
          <a:xfrm>
            <a:off x="9987963" y="439263"/>
            <a:ext cx="505839" cy="505839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2877B945-A461-47C2-F207-C011D10CF3C1}"/>
              </a:ext>
            </a:extLst>
          </p:cNvPr>
          <p:cNvSpPr/>
          <p:nvPr/>
        </p:nvSpPr>
        <p:spPr>
          <a:xfrm>
            <a:off x="9987953" y="1095733"/>
            <a:ext cx="505839" cy="505839"/>
          </a:xfrm>
          <a:prstGeom prst="ellipse">
            <a:avLst/>
          </a:prstGeom>
          <a:solidFill>
            <a:srgbClr val="00B05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B87DDF98-5AA8-A20E-8A79-68EAB8261473}"/>
              </a:ext>
            </a:extLst>
          </p:cNvPr>
          <p:cNvSpPr/>
          <p:nvPr/>
        </p:nvSpPr>
        <p:spPr>
          <a:xfrm>
            <a:off x="9987961" y="1755741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228ED0DD-EAE2-0708-81D6-2259F013EB92}"/>
              </a:ext>
            </a:extLst>
          </p:cNvPr>
          <p:cNvSpPr/>
          <p:nvPr/>
        </p:nvSpPr>
        <p:spPr>
          <a:xfrm>
            <a:off x="9987960" y="2413980"/>
            <a:ext cx="505839" cy="505839"/>
          </a:xfrm>
          <a:prstGeom prst="ellipse">
            <a:avLst/>
          </a:prstGeom>
          <a:noFill/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314CE8F9-E059-6CBA-3D27-68477ADFDD04}"/>
              </a:ext>
            </a:extLst>
          </p:cNvPr>
          <p:cNvSpPr/>
          <p:nvPr/>
        </p:nvSpPr>
        <p:spPr>
          <a:xfrm>
            <a:off x="9987959" y="3072219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D26B63D1-EA49-EAB7-627C-B881CB8C5F8F}"/>
              </a:ext>
            </a:extLst>
          </p:cNvPr>
          <p:cNvSpPr/>
          <p:nvPr/>
        </p:nvSpPr>
        <p:spPr>
          <a:xfrm>
            <a:off x="9987959" y="3730458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B7DA0AC0-CEAC-84DB-4302-F1BFAB9134A9}"/>
              </a:ext>
            </a:extLst>
          </p:cNvPr>
          <p:cNvSpPr/>
          <p:nvPr/>
        </p:nvSpPr>
        <p:spPr>
          <a:xfrm>
            <a:off x="9987959" y="4388697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D145328E-3C71-8612-92F9-702F0DA202D4}"/>
              </a:ext>
            </a:extLst>
          </p:cNvPr>
          <p:cNvSpPr/>
          <p:nvPr/>
        </p:nvSpPr>
        <p:spPr>
          <a:xfrm>
            <a:off x="10749953" y="437494"/>
            <a:ext cx="505839" cy="505839"/>
          </a:xfrm>
          <a:prstGeom prst="ellipse">
            <a:avLst/>
          </a:prstGeom>
          <a:solidFill>
            <a:srgbClr val="00B050"/>
          </a:solidFill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A24613BA-981A-45BA-AB79-C09FAED5D933}"/>
              </a:ext>
            </a:extLst>
          </p:cNvPr>
          <p:cNvSpPr/>
          <p:nvPr/>
        </p:nvSpPr>
        <p:spPr>
          <a:xfrm>
            <a:off x="10749943" y="1093964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150E1C0E-E847-BF94-8DF8-277CE2BBDF0B}"/>
              </a:ext>
            </a:extLst>
          </p:cNvPr>
          <p:cNvSpPr/>
          <p:nvPr/>
        </p:nvSpPr>
        <p:spPr>
          <a:xfrm>
            <a:off x="10749951" y="1753972"/>
            <a:ext cx="505839" cy="505839"/>
          </a:xfrm>
          <a:prstGeom prst="ellipse">
            <a:avLst/>
          </a:prstGeom>
          <a:noFill/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1769B767-49CC-0D76-20A6-CF282C33F6C7}"/>
              </a:ext>
            </a:extLst>
          </p:cNvPr>
          <p:cNvSpPr/>
          <p:nvPr/>
        </p:nvSpPr>
        <p:spPr>
          <a:xfrm>
            <a:off x="10749950" y="2412212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A08F9885-5BD4-E409-00F7-E4801D58EAD1}"/>
              </a:ext>
            </a:extLst>
          </p:cNvPr>
          <p:cNvSpPr/>
          <p:nvPr/>
        </p:nvSpPr>
        <p:spPr>
          <a:xfrm>
            <a:off x="10749949" y="3070450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AB8EC55-33A0-CDF3-F0EA-0EF8A3944483}"/>
              </a:ext>
            </a:extLst>
          </p:cNvPr>
          <p:cNvSpPr/>
          <p:nvPr/>
        </p:nvSpPr>
        <p:spPr>
          <a:xfrm>
            <a:off x="10749949" y="3728689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8A1A489-E4F5-29AF-20C2-9FD9C65A91A4}"/>
              </a:ext>
            </a:extLst>
          </p:cNvPr>
          <p:cNvSpPr/>
          <p:nvPr/>
        </p:nvSpPr>
        <p:spPr>
          <a:xfrm>
            <a:off x="10749949" y="4386928"/>
            <a:ext cx="505839" cy="505839"/>
          </a:xfrm>
          <a:prstGeom prst="ellipse">
            <a:avLst/>
          </a:prstGeom>
          <a:ln w="762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05ECE740-8009-B403-E20E-D9CEC7622641}"/>
              </a:ext>
            </a:extLst>
          </p:cNvPr>
          <p:cNvCxnSpPr>
            <a:stCxn id="9" idx="7"/>
            <a:endCxn id="16" idx="3"/>
          </p:cNvCxnSpPr>
          <p:nvPr/>
        </p:nvCxnSpPr>
        <p:spPr>
          <a:xfrm flipV="1">
            <a:off x="684663" y="3526907"/>
            <a:ext cx="404317" cy="30055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A497B2D6-BCC6-C77B-2BC0-702363FA8183}"/>
              </a:ext>
            </a:extLst>
          </p:cNvPr>
          <p:cNvCxnSpPr>
            <a:cxnSpLocks/>
            <a:stCxn id="16" idx="6"/>
            <a:endCxn id="23" idx="2"/>
          </p:cNvCxnSpPr>
          <p:nvPr/>
        </p:nvCxnSpPr>
        <p:spPr>
          <a:xfrm>
            <a:off x="1520741" y="3348066"/>
            <a:ext cx="256159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97826E6B-49ED-9D86-F212-E20DC5A7B53C}"/>
              </a:ext>
            </a:extLst>
          </p:cNvPr>
          <p:cNvCxnSpPr>
            <a:cxnSpLocks/>
            <a:stCxn id="23" idx="7"/>
            <a:endCxn id="29" idx="3"/>
          </p:cNvCxnSpPr>
          <p:nvPr/>
        </p:nvCxnSpPr>
        <p:spPr>
          <a:xfrm flipV="1">
            <a:off x="2208661" y="2868783"/>
            <a:ext cx="404314" cy="30044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40F2D224-C2D2-D2F5-3C39-EF4C9E9AD330}"/>
              </a:ext>
            </a:extLst>
          </p:cNvPr>
          <p:cNvCxnSpPr>
            <a:cxnSpLocks/>
            <a:stCxn id="29" idx="6"/>
            <a:endCxn id="36" idx="2"/>
          </p:cNvCxnSpPr>
          <p:nvPr/>
        </p:nvCxnSpPr>
        <p:spPr>
          <a:xfrm flipV="1">
            <a:off x="3044736" y="2684063"/>
            <a:ext cx="256127" cy="587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C225F007-A5A2-EA43-F95B-9168ECEF21E2}"/>
              </a:ext>
            </a:extLst>
          </p:cNvPr>
          <p:cNvCxnSpPr>
            <a:cxnSpLocks/>
            <a:stCxn id="36" idx="6"/>
            <a:endCxn id="43" idx="2"/>
          </p:cNvCxnSpPr>
          <p:nvPr/>
        </p:nvCxnSpPr>
        <p:spPr>
          <a:xfrm flipV="1">
            <a:off x="3806702" y="2679046"/>
            <a:ext cx="256153" cy="501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B0BDEC23-6729-9576-2AD4-2E4CDC62E6AA}"/>
              </a:ext>
            </a:extLst>
          </p:cNvPr>
          <p:cNvCxnSpPr>
            <a:cxnSpLocks/>
            <a:stCxn id="43" idx="7"/>
            <a:endCxn id="49" idx="3"/>
          </p:cNvCxnSpPr>
          <p:nvPr/>
        </p:nvCxnSpPr>
        <p:spPr>
          <a:xfrm flipV="1">
            <a:off x="4494610" y="2197885"/>
            <a:ext cx="404308" cy="30232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655F8583-4834-67A2-F997-6C3B338EA49A}"/>
              </a:ext>
            </a:extLst>
          </p:cNvPr>
          <p:cNvCxnSpPr>
            <a:cxnSpLocks/>
            <a:stCxn id="57" idx="7"/>
            <a:endCxn id="63" idx="3"/>
          </p:cNvCxnSpPr>
          <p:nvPr/>
        </p:nvCxnSpPr>
        <p:spPr>
          <a:xfrm flipV="1">
            <a:off x="6609785" y="2193042"/>
            <a:ext cx="404318" cy="30055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BE7A748B-5E81-7A71-A6A1-7007FA0E78E9}"/>
              </a:ext>
            </a:extLst>
          </p:cNvPr>
          <p:cNvCxnSpPr>
            <a:cxnSpLocks/>
            <a:stCxn id="63" idx="6"/>
            <a:endCxn id="70" idx="2"/>
          </p:cNvCxnSpPr>
          <p:nvPr/>
        </p:nvCxnSpPr>
        <p:spPr>
          <a:xfrm>
            <a:off x="7445870" y="2014201"/>
            <a:ext cx="256159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97B4D3CD-B7AA-9465-4A7D-60281989B6C3}"/>
              </a:ext>
            </a:extLst>
          </p:cNvPr>
          <p:cNvCxnSpPr>
            <a:cxnSpLocks/>
            <a:stCxn id="70" idx="7"/>
            <a:endCxn id="76" idx="3"/>
          </p:cNvCxnSpPr>
          <p:nvPr/>
        </p:nvCxnSpPr>
        <p:spPr>
          <a:xfrm flipV="1">
            <a:off x="8133790" y="1534803"/>
            <a:ext cx="404265" cy="30055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D5EAACF-8AC8-F3BA-A5C8-EEE428F2D17F}"/>
              </a:ext>
            </a:extLst>
          </p:cNvPr>
          <p:cNvCxnSpPr>
            <a:cxnSpLocks/>
            <a:stCxn id="76" idx="6"/>
            <a:endCxn id="83" idx="2"/>
          </p:cNvCxnSpPr>
          <p:nvPr/>
        </p:nvCxnSpPr>
        <p:spPr>
          <a:xfrm flipV="1">
            <a:off x="8969816" y="1353663"/>
            <a:ext cx="256145" cy="230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2E0E1EC9-0EE7-9D71-759B-47BF18E176BB}"/>
              </a:ext>
            </a:extLst>
          </p:cNvPr>
          <p:cNvCxnSpPr>
            <a:cxnSpLocks/>
            <a:stCxn id="83" idx="6"/>
            <a:endCxn id="90" idx="2"/>
          </p:cNvCxnSpPr>
          <p:nvPr/>
        </p:nvCxnSpPr>
        <p:spPr>
          <a:xfrm flipV="1">
            <a:off x="9731800" y="1348647"/>
            <a:ext cx="256153" cy="501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181923AD-978C-9189-B4C6-26A4FB9E8D7B}"/>
              </a:ext>
            </a:extLst>
          </p:cNvPr>
          <p:cNvCxnSpPr>
            <a:cxnSpLocks/>
            <a:stCxn id="90" idx="7"/>
            <a:endCxn id="96" idx="3"/>
          </p:cNvCxnSpPr>
          <p:nvPr/>
        </p:nvCxnSpPr>
        <p:spPr>
          <a:xfrm flipV="1">
            <a:off x="10419713" y="869249"/>
            <a:ext cx="404317" cy="30055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E425DEA5-994D-4B21-04D3-A78E13BAFA79}"/>
              </a:ext>
            </a:extLst>
          </p:cNvPr>
          <p:cNvSpPr txBox="1"/>
          <p:nvPr/>
        </p:nvSpPr>
        <p:spPr>
          <a:xfrm>
            <a:off x="351766" y="-14390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dirty="0"/>
              <a:t>1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1C84D389-321E-CC36-A411-9D460574F2EB}"/>
              </a:ext>
            </a:extLst>
          </p:cNvPr>
          <p:cNvSpPr txBox="1"/>
          <p:nvPr/>
        </p:nvSpPr>
        <p:spPr>
          <a:xfrm>
            <a:off x="1113766" y="-14390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dirty="0"/>
              <a:t>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4977380E-33A0-5DDE-8F82-4B7EC3F2FC40}"/>
              </a:ext>
            </a:extLst>
          </p:cNvPr>
          <p:cNvSpPr txBox="1"/>
          <p:nvPr/>
        </p:nvSpPr>
        <p:spPr>
          <a:xfrm>
            <a:off x="1875764" y="-14390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dirty="0"/>
              <a:t>3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4930C52-04A2-9656-D931-8C284FC16FA9}"/>
              </a:ext>
            </a:extLst>
          </p:cNvPr>
          <p:cNvSpPr txBox="1"/>
          <p:nvPr/>
        </p:nvSpPr>
        <p:spPr>
          <a:xfrm>
            <a:off x="2637760" y="349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dirty="0"/>
              <a:t>4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BC8FD8CF-E484-082E-D3C3-33452F66FB36}"/>
              </a:ext>
            </a:extLst>
          </p:cNvPr>
          <p:cNvSpPr txBox="1"/>
          <p:nvPr/>
        </p:nvSpPr>
        <p:spPr>
          <a:xfrm>
            <a:off x="3399726" y="9099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dirty="0"/>
              <a:t>5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F91F77E6-14C9-BA24-4FDA-877E65950875}"/>
              </a:ext>
            </a:extLst>
          </p:cNvPr>
          <p:cNvSpPr txBox="1"/>
          <p:nvPr/>
        </p:nvSpPr>
        <p:spPr>
          <a:xfrm>
            <a:off x="4161718" y="4089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dirty="0"/>
              <a:t>6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B86CD37F-C411-5159-EDA2-CE6327F1D97C}"/>
              </a:ext>
            </a:extLst>
          </p:cNvPr>
          <p:cNvSpPr txBox="1"/>
          <p:nvPr/>
        </p:nvSpPr>
        <p:spPr>
          <a:xfrm>
            <a:off x="4923708" y="2321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dirty="0"/>
              <a:t>7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429593CB-7713-E632-3B74-D6A21CCEFB10}"/>
              </a:ext>
            </a:extLst>
          </p:cNvPr>
          <p:cNvSpPr txBox="1"/>
          <p:nvPr/>
        </p:nvSpPr>
        <p:spPr>
          <a:xfrm>
            <a:off x="6270386" y="-3308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dirty="0"/>
              <a:t>1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70A0FA91-35C8-DEC8-CE17-522129952C4E}"/>
              </a:ext>
            </a:extLst>
          </p:cNvPr>
          <p:cNvSpPr txBox="1"/>
          <p:nvPr/>
        </p:nvSpPr>
        <p:spPr>
          <a:xfrm>
            <a:off x="7032386" y="-3308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dirty="0"/>
              <a:t>2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B7533DE3-2AC6-072C-80F0-2C12A2F434D5}"/>
              </a:ext>
            </a:extLst>
          </p:cNvPr>
          <p:cNvSpPr txBox="1"/>
          <p:nvPr/>
        </p:nvSpPr>
        <p:spPr>
          <a:xfrm>
            <a:off x="7794384" y="-3308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dirty="0"/>
              <a:t>3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64F75DF-42FA-7A43-C12D-1D19A5FC98F7}"/>
              </a:ext>
            </a:extLst>
          </p:cNvPr>
          <p:cNvSpPr txBox="1"/>
          <p:nvPr/>
        </p:nvSpPr>
        <p:spPr>
          <a:xfrm>
            <a:off x="8556380" y="11431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dirty="0"/>
              <a:t>4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3A52136-8184-9641-4623-C5D3B0E90E96}"/>
              </a:ext>
            </a:extLst>
          </p:cNvPr>
          <p:cNvSpPr txBox="1"/>
          <p:nvPr/>
        </p:nvSpPr>
        <p:spPr>
          <a:xfrm>
            <a:off x="9318346" y="20181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dirty="0"/>
              <a:t>5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26C7021-D958-E486-572B-77CCBF0CE65E}"/>
              </a:ext>
            </a:extLst>
          </p:cNvPr>
          <p:cNvSpPr txBox="1"/>
          <p:nvPr/>
        </p:nvSpPr>
        <p:spPr>
          <a:xfrm>
            <a:off x="10080338" y="15171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dirty="0"/>
              <a:t>6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2C3BFCB7-D96C-A0D6-1C60-038F48F56817}"/>
              </a:ext>
            </a:extLst>
          </p:cNvPr>
          <p:cNvSpPr txBox="1"/>
          <p:nvPr/>
        </p:nvSpPr>
        <p:spPr>
          <a:xfrm>
            <a:off x="10842328" y="13401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dirty="0"/>
              <a:t>7</a:t>
            </a: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2FBBB29E-1B26-0D5B-8018-194AC5D0E0A0}"/>
              </a:ext>
            </a:extLst>
          </p:cNvPr>
          <p:cNvCxnSpPr>
            <a:cxnSpLocks/>
            <a:stCxn id="63" idx="5"/>
            <a:endCxn id="71" idx="1"/>
          </p:cNvCxnSpPr>
          <p:nvPr/>
        </p:nvCxnSpPr>
        <p:spPr>
          <a:xfrm>
            <a:off x="7371787" y="2193042"/>
            <a:ext cx="404314" cy="30055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20C48F40-9311-42A9-1BFC-EAD38A13D482}"/>
              </a:ext>
            </a:extLst>
          </p:cNvPr>
          <p:cNvCxnSpPr>
            <a:cxnSpLocks/>
            <a:stCxn id="71" idx="7"/>
            <a:endCxn id="77" idx="3"/>
          </p:cNvCxnSpPr>
          <p:nvPr/>
        </p:nvCxnSpPr>
        <p:spPr>
          <a:xfrm flipV="1">
            <a:off x="8133783" y="2193042"/>
            <a:ext cx="404266" cy="30055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5203CC4B-C9C6-62F5-AC19-B94A6A1BF4F5}"/>
              </a:ext>
            </a:extLst>
          </p:cNvPr>
          <p:cNvCxnSpPr>
            <a:cxnSpLocks/>
            <a:stCxn id="24" idx="6"/>
            <a:endCxn id="31" idx="2"/>
          </p:cNvCxnSpPr>
          <p:nvPr/>
        </p:nvCxnSpPr>
        <p:spPr>
          <a:xfrm>
            <a:off x="2282739" y="4006311"/>
            <a:ext cx="256157" cy="10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12993E9C-1483-1759-CDA5-7D8261AF13ED}"/>
              </a:ext>
            </a:extLst>
          </p:cNvPr>
          <p:cNvCxnSpPr>
            <a:cxnSpLocks/>
            <a:stCxn id="35" idx="5"/>
            <a:endCxn id="43" idx="1"/>
          </p:cNvCxnSpPr>
          <p:nvPr/>
        </p:nvCxnSpPr>
        <p:spPr>
          <a:xfrm>
            <a:off x="3732619" y="2204658"/>
            <a:ext cx="404308" cy="29554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1DB0DE88-9105-C028-D3AD-760E4BDDA967}"/>
              </a:ext>
            </a:extLst>
          </p:cNvPr>
          <p:cNvCxnSpPr>
            <a:cxnSpLocks/>
            <a:stCxn id="77" idx="7"/>
            <a:endCxn id="83" idx="3"/>
          </p:cNvCxnSpPr>
          <p:nvPr/>
        </p:nvCxnSpPr>
        <p:spPr>
          <a:xfrm flipV="1">
            <a:off x="8895738" y="1532504"/>
            <a:ext cx="404301" cy="302861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FD903CAB-909F-E25B-8D7C-A25F0CEDA777}"/>
              </a:ext>
            </a:extLst>
          </p:cNvPr>
          <p:cNvCxnSpPr>
            <a:cxnSpLocks/>
            <a:stCxn id="31" idx="7"/>
            <a:endCxn id="37" idx="3"/>
          </p:cNvCxnSpPr>
          <p:nvPr/>
        </p:nvCxnSpPr>
        <p:spPr>
          <a:xfrm flipV="1">
            <a:off x="2970657" y="3521142"/>
            <a:ext cx="404283" cy="30643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7E45A1E8-A6FF-CBB0-7749-854EDC32E4CE}"/>
              </a:ext>
            </a:extLst>
          </p:cNvPr>
          <p:cNvCxnSpPr>
            <a:cxnSpLocks/>
            <a:stCxn id="37" idx="7"/>
            <a:endCxn id="43" idx="3"/>
          </p:cNvCxnSpPr>
          <p:nvPr/>
        </p:nvCxnSpPr>
        <p:spPr>
          <a:xfrm flipV="1">
            <a:off x="3732622" y="2857887"/>
            <a:ext cx="404311" cy="30556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17D493B-2983-C9C6-05EC-4AF892B70D26}"/>
              </a:ext>
            </a:extLst>
          </p:cNvPr>
          <p:cNvCxnSpPr>
            <a:cxnSpLocks/>
            <a:stCxn id="9" idx="6"/>
            <a:endCxn id="17" idx="2"/>
          </p:cNvCxnSpPr>
          <p:nvPr/>
        </p:nvCxnSpPr>
        <p:spPr>
          <a:xfrm>
            <a:off x="758740" y="4006311"/>
            <a:ext cx="2561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A069ADFF-AF3C-4FB9-CA46-5575F1E87CA3}"/>
              </a:ext>
            </a:extLst>
          </p:cNvPr>
          <p:cNvCxnSpPr>
            <a:cxnSpLocks/>
            <a:stCxn id="9" idx="5"/>
            <a:endCxn id="18" idx="1"/>
          </p:cNvCxnSpPr>
          <p:nvPr/>
        </p:nvCxnSpPr>
        <p:spPr>
          <a:xfrm>
            <a:off x="684662" y="4185152"/>
            <a:ext cx="404318" cy="300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C99DCA-625B-6E29-E11A-3E7E75B82B20}"/>
              </a:ext>
            </a:extLst>
          </p:cNvPr>
          <p:cNvCxnSpPr>
            <a:cxnSpLocks/>
            <a:stCxn id="16" idx="7"/>
            <a:endCxn id="22" idx="3"/>
          </p:cNvCxnSpPr>
          <p:nvPr/>
        </p:nvCxnSpPr>
        <p:spPr>
          <a:xfrm flipV="1">
            <a:off x="1446663" y="2868674"/>
            <a:ext cx="404316" cy="30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478C5F89-6F0A-2380-8FCB-F1ADDD87250B}"/>
              </a:ext>
            </a:extLst>
          </p:cNvPr>
          <p:cNvCxnSpPr>
            <a:cxnSpLocks/>
            <a:stCxn id="16" idx="5"/>
            <a:endCxn id="24" idx="1"/>
          </p:cNvCxnSpPr>
          <p:nvPr/>
        </p:nvCxnSpPr>
        <p:spPr>
          <a:xfrm>
            <a:off x="1446663" y="3526914"/>
            <a:ext cx="404315" cy="3005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5D3118D0-23E8-34A0-B3D1-CE0EC604A4D0}"/>
              </a:ext>
            </a:extLst>
          </p:cNvPr>
          <p:cNvCxnSpPr>
            <a:cxnSpLocks/>
            <a:stCxn id="17" idx="6"/>
            <a:endCxn id="24" idx="2"/>
          </p:cNvCxnSpPr>
          <p:nvPr/>
        </p:nvCxnSpPr>
        <p:spPr>
          <a:xfrm>
            <a:off x="1520741" y="4006311"/>
            <a:ext cx="25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1E1AE36-21D4-F994-9313-6D852424DA3A}"/>
              </a:ext>
            </a:extLst>
          </p:cNvPr>
          <p:cNvCxnSpPr>
            <a:cxnSpLocks/>
            <a:stCxn id="17" idx="7"/>
            <a:endCxn id="23" idx="3"/>
          </p:cNvCxnSpPr>
          <p:nvPr/>
        </p:nvCxnSpPr>
        <p:spPr>
          <a:xfrm flipV="1">
            <a:off x="1446663" y="3526914"/>
            <a:ext cx="404315" cy="3005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19A53E29-5705-00BE-C416-7C77E90BF529}"/>
              </a:ext>
            </a:extLst>
          </p:cNvPr>
          <p:cNvCxnSpPr>
            <a:cxnSpLocks/>
            <a:stCxn id="17" idx="5"/>
            <a:endCxn id="25" idx="1"/>
          </p:cNvCxnSpPr>
          <p:nvPr/>
        </p:nvCxnSpPr>
        <p:spPr>
          <a:xfrm>
            <a:off x="1446663" y="4185152"/>
            <a:ext cx="404315" cy="300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3F2AAA4E-9C2A-EF15-F969-581B7CAA6004}"/>
              </a:ext>
            </a:extLst>
          </p:cNvPr>
          <p:cNvCxnSpPr>
            <a:cxnSpLocks/>
            <a:stCxn id="18" idx="7"/>
            <a:endCxn id="24" idx="3"/>
          </p:cNvCxnSpPr>
          <p:nvPr/>
        </p:nvCxnSpPr>
        <p:spPr>
          <a:xfrm flipV="1">
            <a:off x="1446663" y="4185152"/>
            <a:ext cx="404315" cy="300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1F7E4E0F-7FEB-6A8A-CBA7-A97B847755ED}"/>
              </a:ext>
            </a:extLst>
          </p:cNvPr>
          <p:cNvCxnSpPr>
            <a:cxnSpLocks/>
            <a:stCxn id="18" idx="6"/>
            <a:endCxn id="25" idx="2"/>
          </p:cNvCxnSpPr>
          <p:nvPr/>
        </p:nvCxnSpPr>
        <p:spPr>
          <a:xfrm>
            <a:off x="1520741" y="4664550"/>
            <a:ext cx="25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E5DAEF79-7030-3D18-1354-E23441FB1C55}"/>
              </a:ext>
            </a:extLst>
          </p:cNvPr>
          <p:cNvCxnSpPr>
            <a:cxnSpLocks/>
            <a:stCxn id="22" idx="6"/>
            <a:endCxn id="29" idx="2"/>
          </p:cNvCxnSpPr>
          <p:nvPr/>
        </p:nvCxnSpPr>
        <p:spPr>
          <a:xfrm>
            <a:off x="2282740" y="2689833"/>
            <a:ext cx="256157" cy="1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B5A2CB6A-480C-3BB7-0DC4-9B11DBC23BBA}"/>
              </a:ext>
            </a:extLst>
          </p:cNvPr>
          <p:cNvCxnSpPr>
            <a:cxnSpLocks/>
            <a:stCxn id="22" idx="7"/>
            <a:endCxn id="28" idx="3"/>
          </p:cNvCxnSpPr>
          <p:nvPr/>
        </p:nvCxnSpPr>
        <p:spPr>
          <a:xfrm flipV="1">
            <a:off x="2208662" y="2210544"/>
            <a:ext cx="404314" cy="3004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19DF6C08-D404-8F6D-F610-C8DFDA871729}"/>
              </a:ext>
            </a:extLst>
          </p:cNvPr>
          <p:cNvCxnSpPr>
            <a:cxnSpLocks/>
            <a:stCxn id="22" idx="5"/>
            <a:endCxn id="30" idx="1"/>
          </p:cNvCxnSpPr>
          <p:nvPr/>
        </p:nvCxnSpPr>
        <p:spPr>
          <a:xfrm>
            <a:off x="2208662" y="2868674"/>
            <a:ext cx="404312" cy="300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234E694A-87DA-2B00-DDFA-DB845DF1580E}"/>
              </a:ext>
            </a:extLst>
          </p:cNvPr>
          <p:cNvCxnSpPr>
            <a:cxnSpLocks/>
            <a:stCxn id="23" idx="6"/>
            <a:endCxn id="30" idx="2"/>
          </p:cNvCxnSpPr>
          <p:nvPr/>
        </p:nvCxnSpPr>
        <p:spPr>
          <a:xfrm>
            <a:off x="2282739" y="3348073"/>
            <a:ext cx="256157" cy="1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5BC14180-53F0-81B2-BCEA-10583EC13109}"/>
              </a:ext>
            </a:extLst>
          </p:cNvPr>
          <p:cNvCxnSpPr>
            <a:cxnSpLocks/>
            <a:stCxn id="23" idx="5"/>
            <a:endCxn id="31" idx="1"/>
          </p:cNvCxnSpPr>
          <p:nvPr/>
        </p:nvCxnSpPr>
        <p:spPr>
          <a:xfrm>
            <a:off x="2208661" y="3526914"/>
            <a:ext cx="404313" cy="300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C997C3EF-BF63-A78E-FA24-6128EB49B49B}"/>
              </a:ext>
            </a:extLst>
          </p:cNvPr>
          <p:cNvCxnSpPr>
            <a:cxnSpLocks/>
            <a:stCxn id="24" idx="7"/>
            <a:endCxn id="30" idx="3"/>
          </p:cNvCxnSpPr>
          <p:nvPr/>
        </p:nvCxnSpPr>
        <p:spPr>
          <a:xfrm flipV="1">
            <a:off x="2208661" y="3527023"/>
            <a:ext cx="404313" cy="3004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71E2F623-6FC7-3B7B-5086-E746443D7913}"/>
              </a:ext>
            </a:extLst>
          </p:cNvPr>
          <p:cNvCxnSpPr>
            <a:cxnSpLocks/>
            <a:stCxn id="25" idx="7"/>
            <a:endCxn id="31" idx="3"/>
          </p:cNvCxnSpPr>
          <p:nvPr/>
        </p:nvCxnSpPr>
        <p:spPr>
          <a:xfrm flipV="1">
            <a:off x="2208661" y="4185261"/>
            <a:ext cx="404313" cy="3004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E7C0AD27-5199-48EA-3C89-0C66BD992196}"/>
              </a:ext>
            </a:extLst>
          </p:cNvPr>
          <p:cNvCxnSpPr>
            <a:cxnSpLocks/>
            <a:stCxn id="28" idx="6"/>
            <a:endCxn id="35" idx="2"/>
          </p:cNvCxnSpPr>
          <p:nvPr/>
        </p:nvCxnSpPr>
        <p:spPr>
          <a:xfrm flipV="1">
            <a:off x="3044737" y="2025823"/>
            <a:ext cx="256127" cy="5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E4A12C32-527E-7740-B255-0E43EC7A1949}"/>
              </a:ext>
            </a:extLst>
          </p:cNvPr>
          <p:cNvCxnSpPr>
            <a:cxnSpLocks/>
            <a:stCxn id="28" idx="7"/>
            <a:endCxn id="34" idx="3"/>
          </p:cNvCxnSpPr>
          <p:nvPr/>
        </p:nvCxnSpPr>
        <p:spPr>
          <a:xfrm flipV="1">
            <a:off x="2970659" y="1546425"/>
            <a:ext cx="404283" cy="306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4054308E-82BA-CBEB-B98C-09B6F869E73E}"/>
              </a:ext>
            </a:extLst>
          </p:cNvPr>
          <p:cNvCxnSpPr>
            <a:cxnSpLocks/>
            <a:stCxn id="28" idx="5"/>
            <a:endCxn id="36" idx="1"/>
          </p:cNvCxnSpPr>
          <p:nvPr/>
        </p:nvCxnSpPr>
        <p:spPr>
          <a:xfrm>
            <a:off x="2970659" y="2210544"/>
            <a:ext cx="404282" cy="2946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79D7001F-B1E1-E4BC-8D1E-F2D9D623259F}"/>
              </a:ext>
            </a:extLst>
          </p:cNvPr>
          <p:cNvCxnSpPr>
            <a:cxnSpLocks/>
            <a:stCxn id="29" idx="7"/>
            <a:endCxn id="35" idx="3"/>
          </p:cNvCxnSpPr>
          <p:nvPr/>
        </p:nvCxnSpPr>
        <p:spPr>
          <a:xfrm flipV="1">
            <a:off x="2970658" y="2204664"/>
            <a:ext cx="404284" cy="306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31A610FC-18C9-0FAB-545E-81C37CD9C4B7}"/>
              </a:ext>
            </a:extLst>
          </p:cNvPr>
          <p:cNvCxnSpPr>
            <a:cxnSpLocks/>
            <a:stCxn id="29" idx="5"/>
            <a:endCxn id="37" idx="1"/>
          </p:cNvCxnSpPr>
          <p:nvPr/>
        </p:nvCxnSpPr>
        <p:spPr>
          <a:xfrm>
            <a:off x="2970658" y="2868783"/>
            <a:ext cx="404282" cy="2946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1D12E641-C347-6E3E-8C12-E0164589A217}"/>
              </a:ext>
            </a:extLst>
          </p:cNvPr>
          <p:cNvCxnSpPr>
            <a:cxnSpLocks/>
            <a:stCxn id="30" idx="6"/>
            <a:endCxn id="37" idx="2"/>
          </p:cNvCxnSpPr>
          <p:nvPr/>
        </p:nvCxnSpPr>
        <p:spPr>
          <a:xfrm flipV="1">
            <a:off x="3044735" y="3342301"/>
            <a:ext cx="256127" cy="58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718BDAEA-6602-50B6-9CCA-549C4B506537}"/>
              </a:ext>
            </a:extLst>
          </p:cNvPr>
          <p:cNvCxnSpPr>
            <a:cxnSpLocks/>
            <a:stCxn id="30" idx="7"/>
            <a:endCxn id="36" idx="3"/>
          </p:cNvCxnSpPr>
          <p:nvPr/>
        </p:nvCxnSpPr>
        <p:spPr>
          <a:xfrm flipV="1">
            <a:off x="2970657" y="2862904"/>
            <a:ext cx="404284" cy="306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A77398EA-6143-CF91-FFBB-7594E0F5D4C0}"/>
              </a:ext>
            </a:extLst>
          </p:cNvPr>
          <p:cNvCxnSpPr>
            <a:cxnSpLocks/>
            <a:stCxn id="34" idx="6"/>
            <a:endCxn id="41" idx="2"/>
          </p:cNvCxnSpPr>
          <p:nvPr/>
        </p:nvCxnSpPr>
        <p:spPr>
          <a:xfrm flipV="1">
            <a:off x="3806703" y="1362574"/>
            <a:ext cx="256153" cy="50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402AC95-1272-B6B3-CB5A-E9E89D4D66D9}"/>
              </a:ext>
            </a:extLst>
          </p:cNvPr>
          <p:cNvCxnSpPr>
            <a:cxnSpLocks/>
            <a:stCxn id="34" idx="5"/>
            <a:endCxn id="42" idx="1"/>
          </p:cNvCxnSpPr>
          <p:nvPr/>
        </p:nvCxnSpPr>
        <p:spPr>
          <a:xfrm>
            <a:off x="3732625" y="1546425"/>
            <a:ext cx="404309" cy="2955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9026B320-0314-24A7-9CA0-960A5AC69110}"/>
              </a:ext>
            </a:extLst>
          </p:cNvPr>
          <p:cNvCxnSpPr>
            <a:cxnSpLocks/>
            <a:stCxn id="35" idx="6"/>
            <a:endCxn id="42" idx="2"/>
          </p:cNvCxnSpPr>
          <p:nvPr/>
        </p:nvCxnSpPr>
        <p:spPr>
          <a:xfrm flipV="1">
            <a:off x="3806703" y="2020813"/>
            <a:ext cx="256153" cy="50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727A658A-7EC9-8D91-1DCB-6C64C23D3D82}"/>
              </a:ext>
            </a:extLst>
          </p:cNvPr>
          <p:cNvCxnSpPr>
            <a:cxnSpLocks/>
            <a:stCxn id="35" idx="7"/>
            <a:endCxn id="41" idx="3"/>
          </p:cNvCxnSpPr>
          <p:nvPr/>
        </p:nvCxnSpPr>
        <p:spPr>
          <a:xfrm flipV="1">
            <a:off x="3732625" y="1541415"/>
            <a:ext cx="404309" cy="3055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0C410677-A4F0-2FEA-59DD-A19C388172CA}"/>
              </a:ext>
            </a:extLst>
          </p:cNvPr>
          <p:cNvCxnSpPr>
            <a:cxnSpLocks/>
            <a:stCxn id="36" idx="7"/>
            <a:endCxn id="42" idx="3"/>
          </p:cNvCxnSpPr>
          <p:nvPr/>
        </p:nvCxnSpPr>
        <p:spPr>
          <a:xfrm flipV="1">
            <a:off x="3732624" y="2199654"/>
            <a:ext cx="404310" cy="305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ECC69167-8C58-40A3-33E2-4C42D2E9CB6B}"/>
              </a:ext>
            </a:extLst>
          </p:cNvPr>
          <p:cNvCxnSpPr>
            <a:cxnSpLocks/>
            <a:stCxn id="42" idx="6"/>
            <a:endCxn id="49" idx="2"/>
          </p:cNvCxnSpPr>
          <p:nvPr/>
        </p:nvCxnSpPr>
        <p:spPr>
          <a:xfrm flipV="1">
            <a:off x="4568695" y="2019044"/>
            <a:ext cx="256151" cy="17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2AC00D56-399D-308C-6506-E6629AD2C9BA}"/>
              </a:ext>
            </a:extLst>
          </p:cNvPr>
          <p:cNvCxnSpPr>
            <a:cxnSpLocks/>
            <a:stCxn id="41" idx="5"/>
            <a:endCxn id="49" idx="1"/>
          </p:cNvCxnSpPr>
          <p:nvPr/>
        </p:nvCxnSpPr>
        <p:spPr>
          <a:xfrm>
            <a:off x="4494617" y="1541415"/>
            <a:ext cx="404307" cy="2987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Straight Arrow Connector 230">
            <a:extLst>
              <a:ext uri="{FF2B5EF4-FFF2-40B4-BE49-F238E27FC236}">
                <a16:creationId xmlns:a16="http://schemas.microsoft.com/office/drawing/2014/main" id="{C23C7240-95C8-0838-DDE6-54FEC0EDBF3A}"/>
              </a:ext>
            </a:extLst>
          </p:cNvPr>
          <p:cNvCxnSpPr>
            <a:cxnSpLocks/>
            <a:stCxn id="57" idx="6"/>
            <a:endCxn id="64" idx="2"/>
          </p:cNvCxnSpPr>
          <p:nvPr/>
        </p:nvCxnSpPr>
        <p:spPr>
          <a:xfrm>
            <a:off x="6683869" y="2672447"/>
            <a:ext cx="256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07B45C00-A6A0-9163-BF88-40979B274F92}"/>
              </a:ext>
            </a:extLst>
          </p:cNvPr>
          <p:cNvCxnSpPr>
            <a:cxnSpLocks/>
            <a:stCxn id="57" idx="5"/>
            <a:endCxn id="65" idx="1"/>
          </p:cNvCxnSpPr>
          <p:nvPr/>
        </p:nvCxnSpPr>
        <p:spPr>
          <a:xfrm>
            <a:off x="6609791" y="2851288"/>
            <a:ext cx="404316" cy="3005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2E71ABCF-5944-327C-91F4-FDAAA97F1028}"/>
              </a:ext>
            </a:extLst>
          </p:cNvPr>
          <p:cNvCxnSpPr>
            <a:cxnSpLocks/>
            <a:stCxn id="64" idx="6"/>
            <a:endCxn id="71" idx="2"/>
          </p:cNvCxnSpPr>
          <p:nvPr/>
        </p:nvCxnSpPr>
        <p:spPr>
          <a:xfrm>
            <a:off x="7445869" y="2672447"/>
            <a:ext cx="25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9BD84F5F-B493-975C-4B8C-C79E06C57AF6}"/>
              </a:ext>
            </a:extLst>
          </p:cNvPr>
          <p:cNvCxnSpPr>
            <a:cxnSpLocks/>
            <a:stCxn id="65" idx="6"/>
            <a:endCxn id="72" idx="2"/>
          </p:cNvCxnSpPr>
          <p:nvPr/>
        </p:nvCxnSpPr>
        <p:spPr>
          <a:xfrm>
            <a:off x="7445868" y="3330685"/>
            <a:ext cx="25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4" name="Straight Arrow Connector 243">
            <a:extLst>
              <a:ext uri="{FF2B5EF4-FFF2-40B4-BE49-F238E27FC236}">
                <a16:creationId xmlns:a16="http://schemas.microsoft.com/office/drawing/2014/main" id="{81D8B9A6-D0E7-2109-BF9E-3D8D1E49ECD2}"/>
              </a:ext>
            </a:extLst>
          </p:cNvPr>
          <p:cNvCxnSpPr>
            <a:cxnSpLocks/>
            <a:stCxn id="65" idx="7"/>
            <a:endCxn id="71" idx="3"/>
          </p:cNvCxnSpPr>
          <p:nvPr/>
        </p:nvCxnSpPr>
        <p:spPr>
          <a:xfrm flipV="1">
            <a:off x="7371790" y="2851288"/>
            <a:ext cx="404316" cy="3005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78AF19DC-0FD7-485B-786E-2A1149BDE574}"/>
              </a:ext>
            </a:extLst>
          </p:cNvPr>
          <p:cNvCxnSpPr>
            <a:cxnSpLocks/>
            <a:stCxn id="64" idx="5"/>
            <a:endCxn id="72" idx="1"/>
          </p:cNvCxnSpPr>
          <p:nvPr/>
        </p:nvCxnSpPr>
        <p:spPr>
          <a:xfrm>
            <a:off x="7371791" y="2851288"/>
            <a:ext cx="404314" cy="3005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0" name="Straight Arrow Connector 249">
            <a:extLst>
              <a:ext uri="{FF2B5EF4-FFF2-40B4-BE49-F238E27FC236}">
                <a16:creationId xmlns:a16="http://schemas.microsoft.com/office/drawing/2014/main" id="{C079D0E4-1D9A-BA8E-D79F-F4FF3DB627A6}"/>
              </a:ext>
            </a:extLst>
          </p:cNvPr>
          <p:cNvCxnSpPr>
            <a:cxnSpLocks/>
            <a:stCxn id="64" idx="7"/>
            <a:endCxn id="70" idx="3"/>
          </p:cNvCxnSpPr>
          <p:nvPr/>
        </p:nvCxnSpPr>
        <p:spPr>
          <a:xfrm flipV="1">
            <a:off x="7371791" y="2193048"/>
            <a:ext cx="404316" cy="30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3" name="Straight Arrow Connector 252">
            <a:extLst>
              <a:ext uri="{FF2B5EF4-FFF2-40B4-BE49-F238E27FC236}">
                <a16:creationId xmlns:a16="http://schemas.microsoft.com/office/drawing/2014/main" id="{D18A398D-87B9-9F0E-FA84-FF56775A9053}"/>
              </a:ext>
            </a:extLst>
          </p:cNvPr>
          <p:cNvCxnSpPr>
            <a:cxnSpLocks/>
            <a:stCxn id="71" idx="6"/>
            <a:endCxn id="78" idx="2"/>
          </p:cNvCxnSpPr>
          <p:nvPr/>
        </p:nvCxnSpPr>
        <p:spPr>
          <a:xfrm>
            <a:off x="8207867" y="2672447"/>
            <a:ext cx="2561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6" name="Straight Arrow Connector 255">
            <a:extLst>
              <a:ext uri="{FF2B5EF4-FFF2-40B4-BE49-F238E27FC236}">
                <a16:creationId xmlns:a16="http://schemas.microsoft.com/office/drawing/2014/main" id="{2F6E3980-EF06-6DBB-339C-E74A080BA602}"/>
              </a:ext>
            </a:extLst>
          </p:cNvPr>
          <p:cNvCxnSpPr>
            <a:cxnSpLocks/>
            <a:stCxn id="72" idx="7"/>
            <a:endCxn id="78" idx="3"/>
          </p:cNvCxnSpPr>
          <p:nvPr/>
        </p:nvCxnSpPr>
        <p:spPr>
          <a:xfrm flipV="1">
            <a:off x="8133788" y="2851288"/>
            <a:ext cx="404266" cy="3005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9" name="Straight Arrow Connector 258">
            <a:extLst>
              <a:ext uri="{FF2B5EF4-FFF2-40B4-BE49-F238E27FC236}">
                <a16:creationId xmlns:a16="http://schemas.microsoft.com/office/drawing/2014/main" id="{A7618A5A-0ADD-C254-89D9-DC4FBB93EAF0}"/>
              </a:ext>
            </a:extLst>
          </p:cNvPr>
          <p:cNvCxnSpPr>
            <a:cxnSpLocks/>
            <a:stCxn id="70" idx="6"/>
            <a:endCxn id="77" idx="2"/>
          </p:cNvCxnSpPr>
          <p:nvPr/>
        </p:nvCxnSpPr>
        <p:spPr>
          <a:xfrm>
            <a:off x="8207868" y="2014207"/>
            <a:ext cx="2561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3A7E32D8-595A-DAFE-3DAF-94F3D34E0A0A}"/>
              </a:ext>
            </a:extLst>
          </p:cNvPr>
          <p:cNvCxnSpPr>
            <a:cxnSpLocks/>
            <a:stCxn id="70" idx="5"/>
            <a:endCxn id="78" idx="1"/>
          </p:cNvCxnSpPr>
          <p:nvPr/>
        </p:nvCxnSpPr>
        <p:spPr>
          <a:xfrm>
            <a:off x="8133790" y="2193048"/>
            <a:ext cx="404264" cy="30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6DAD8989-9398-155F-4030-BFE8F31B3B3A}"/>
              </a:ext>
            </a:extLst>
          </p:cNvPr>
          <p:cNvCxnSpPr>
            <a:cxnSpLocks/>
            <a:stCxn id="63" idx="7"/>
            <a:endCxn id="69" idx="3"/>
          </p:cNvCxnSpPr>
          <p:nvPr/>
        </p:nvCxnSpPr>
        <p:spPr>
          <a:xfrm flipV="1">
            <a:off x="7371792" y="1534809"/>
            <a:ext cx="404315" cy="300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76AEB3BE-5AC7-1795-9121-56F7B6F1E918}"/>
              </a:ext>
            </a:extLst>
          </p:cNvPr>
          <p:cNvCxnSpPr>
            <a:cxnSpLocks/>
            <a:stCxn id="69" idx="5"/>
            <a:endCxn id="77" idx="1"/>
          </p:cNvCxnSpPr>
          <p:nvPr/>
        </p:nvCxnSpPr>
        <p:spPr>
          <a:xfrm>
            <a:off x="8133790" y="1534809"/>
            <a:ext cx="404265" cy="300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1" name="Straight Arrow Connector 270">
            <a:extLst>
              <a:ext uri="{FF2B5EF4-FFF2-40B4-BE49-F238E27FC236}">
                <a16:creationId xmlns:a16="http://schemas.microsoft.com/office/drawing/2014/main" id="{0E318D08-EFED-5ABE-7020-B57B33B277C2}"/>
              </a:ext>
            </a:extLst>
          </p:cNvPr>
          <p:cNvCxnSpPr>
            <a:cxnSpLocks/>
            <a:stCxn id="69" idx="6"/>
            <a:endCxn id="76" idx="2"/>
          </p:cNvCxnSpPr>
          <p:nvPr/>
        </p:nvCxnSpPr>
        <p:spPr>
          <a:xfrm>
            <a:off x="8207868" y="1355968"/>
            <a:ext cx="2561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21E0CC84-9673-1819-3464-1DBAA0ABB6E0}"/>
              </a:ext>
            </a:extLst>
          </p:cNvPr>
          <p:cNvCxnSpPr>
            <a:cxnSpLocks/>
            <a:stCxn id="69" idx="7"/>
            <a:endCxn id="75" idx="3"/>
          </p:cNvCxnSpPr>
          <p:nvPr/>
        </p:nvCxnSpPr>
        <p:spPr>
          <a:xfrm flipV="1">
            <a:off x="8133790" y="876570"/>
            <a:ext cx="404265" cy="300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Straight Arrow Connector 276">
            <a:extLst>
              <a:ext uri="{FF2B5EF4-FFF2-40B4-BE49-F238E27FC236}">
                <a16:creationId xmlns:a16="http://schemas.microsoft.com/office/drawing/2014/main" id="{7155751B-4C9B-EF08-3495-55C7CADE23F6}"/>
              </a:ext>
            </a:extLst>
          </p:cNvPr>
          <p:cNvCxnSpPr>
            <a:cxnSpLocks/>
            <a:stCxn id="78" idx="7"/>
            <a:endCxn id="84" idx="3"/>
          </p:cNvCxnSpPr>
          <p:nvPr/>
        </p:nvCxnSpPr>
        <p:spPr>
          <a:xfrm flipV="1">
            <a:off x="8895737" y="2192512"/>
            <a:ext cx="404310" cy="3010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Straight Arrow Connector 279">
            <a:extLst>
              <a:ext uri="{FF2B5EF4-FFF2-40B4-BE49-F238E27FC236}">
                <a16:creationId xmlns:a16="http://schemas.microsoft.com/office/drawing/2014/main" id="{7A6D42C0-5E1F-D82C-03F2-EA64364B2FFF}"/>
              </a:ext>
            </a:extLst>
          </p:cNvPr>
          <p:cNvCxnSpPr>
            <a:cxnSpLocks/>
            <a:stCxn id="77" idx="6"/>
            <a:endCxn id="84" idx="2"/>
          </p:cNvCxnSpPr>
          <p:nvPr/>
        </p:nvCxnSpPr>
        <p:spPr>
          <a:xfrm flipV="1">
            <a:off x="8969816" y="2013671"/>
            <a:ext cx="256153" cy="5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3" name="Straight Arrow Connector 282">
            <a:extLst>
              <a:ext uri="{FF2B5EF4-FFF2-40B4-BE49-F238E27FC236}">
                <a16:creationId xmlns:a16="http://schemas.microsoft.com/office/drawing/2014/main" id="{E4A6CEFF-0480-4BBC-DB57-1487A190B1EA}"/>
              </a:ext>
            </a:extLst>
          </p:cNvPr>
          <p:cNvCxnSpPr>
            <a:cxnSpLocks/>
            <a:stCxn id="76" idx="5"/>
            <a:endCxn id="84" idx="1"/>
          </p:cNvCxnSpPr>
          <p:nvPr/>
        </p:nvCxnSpPr>
        <p:spPr>
          <a:xfrm>
            <a:off x="8895738" y="1534809"/>
            <a:ext cx="404309" cy="300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3BC75B48-BABE-CAB3-C619-CDB78B708DC8}"/>
              </a:ext>
            </a:extLst>
          </p:cNvPr>
          <p:cNvCxnSpPr>
            <a:cxnSpLocks/>
            <a:stCxn id="76" idx="7"/>
            <a:endCxn id="82" idx="3"/>
          </p:cNvCxnSpPr>
          <p:nvPr/>
        </p:nvCxnSpPr>
        <p:spPr>
          <a:xfrm flipV="1">
            <a:off x="8895738" y="869254"/>
            <a:ext cx="404295" cy="307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070E643D-057E-7DB9-0657-D82608747C8A}"/>
              </a:ext>
            </a:extLst>
          </p:cNvPr>
          <p:cNvCxnSpPr>
            <a:cxnSpLocks/>
            <a:stCxn id="75" idx="5"/>
            <a:endCxn id="83" idx="1"/>
          </p:cNvCxnSpPr>
          <p:nvPr/>
        </p:nvCxnSpPr>
        <p:spPr>
          <a:xfrm>
            <a:off x="8895738" y="876570"/>
            <a:ext cx="404301" cy="298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2" name="Straight Arrow Connector 291">
            <a:extLst>
              <a:ext uri="{FF2B5EF4-FFF2-40B4-BE49-F238E27FC236}">
                <a16:creationId xmlns:a16="http://schemas.microsoft.com/office/drawing/2014/main" id="{723541C2-CBFD-394A-01FD-463B3CFAE293}"/>
              </a:ext>
            </a:extLst>
          </p:cNvPr>
          <p:cNvCxnSpPr>
            <a:cxnSpLocks/>
            <a:stCxn id="75" idx="6"/>
            <a:endCxn id="82" idx="2"/>
          </p:cNvCxnSpPr>
          <p:nvPr/>
        </p:nvCxnSpPr>
        <p:spPr>
          <a:xfrm flipV="1">
            <a:off x="8969816" y="690413"/>
            <a:ext cx="256139" cy="7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Straight Arrow Connector 294">
            <a:extLst>
              <a:ext uri="{FF2B5EF4-FFF2-40B4-BE49-F238E27FC236}">
                <a16:creationId xmlns:a16="http://schemas.microsoft.com/office/drawing/2014/main" id="{07DDA804-5985-5F56-C3E4-EA38469F47B9}"/>
              </a:ext>
            </a:extLst>
          </p:cNvPr>
          <p:cNvCxnSpPr>
            <a:cxnSpLocks/>
            <a:stCxn id="82" idx="6"/>
            <a:endCxn id="89" idx="2"/>
          </p:cNvCxnSpPr>
          <p:nvPr/>
        </p:nvCxnSpPr>
        <p:spPr>
          <a:xfrm>
            <a:off x="9731794" y="690413"/>
            <a:ext cx="256169" cy="1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Straight Arrow Connector 297">
            <a:extLst>
              <a:ext uri="{FF2B5EF4-FFF2-40B4-BE49-F238E27FC236}">
                <a16:creationId xmlns:a16="http://schemas.microsoft.com/office/drawing/2014/main" id="{744D8C0D-8E15-CFE2-A17D-F112C3F647A1}"/>
              </a:ext>
            </a:extLst>
          </p:cNvPr>
          <p:cNvCxnSpPr>
            <a:cxnSpLocks/>
            <a:stCxn id="89" idx="6"/>
            <a:endCxn id="96" idx="2"/>
          </p:cNvCxnSpPr>
          <p:nvPr/>
        </p:nvCxnSpPr>
        <p:spPr>
          <a:xfrm flipV="1">
            <a:off x="10493802" y="690414"/>
            <a:ext cx="256151" cy="17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Straight Arrow Connector 300">
            <a:extLst>
              <a:ext uri="{FF2B5EF4-FFF2-40B4-BE49-F238E27FC236}">
                <a16:creationId xmlns:a16="http://schemas.microsoft.com/office/drawing/2014/main" id="{A6E95F18-CFF8-5694-108C-EB9F1FAC37CD}"/>
              </a:ext>
            </a:extLst>
          </p:cNvPr>
          <p:cNvCxnSpPr>
            <a:cxnSpLocks/>
            <a:stCxn id="82" idx="5"/>
            <a:endCxn id="90" idx="1"/>
          </p:cNvCxnSpPr>
          <p:nvPr/>
        </p:nvCxnSpPr>
        <p:spPr>
          <a:xfrm>
            <a:off x="9657716" y="869254"/>
            <a:ext cx="404315" cy="30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7ECABE3A-C51D-5D5F-0342-D4D981A8465A}"/>
              </a:ext>
            </a:extLst>
          </p:cNvPr>
          <p:cNvCxnSpPr>
            <a:cxnSpLocks/>
            <a:stCxn id="83" idx="7"/>
            <a:endCxn id="89" idx="3"/>
          </p:cNvCxnSpPr>
          <p:nvPr/>
        </p:nvCxnSpPr>
        <p:spPr>
          <a:xfrm flipV="1">
            <a:off x="9657722" y="871024"/>
            <a:ext cx="404319" cy="303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7" name="Straight Arrow Connector 306">
            <a:extLst>
              <a:ext uri="{FF2B5EF4-FFF2-40B4-BE49-F238E27FC236}">
                <a16:creationId xmlns:a16="http://schemas.microsoft.com/office/drawing/2014/main" id="{E0EDFD52-7FA0-4E03-174B-20630C978FD0}"/>
              </a:ext>
            </a:extLst>
          </p:cNvPr>
          <p:cNvCxnSpPr>
            <a:cxnSpLocks/>
            <a:stCxn id="84" idx="7"/>
            <a:endCxn id="90" idx="3"/>
          </p:cNvCxnSpPr>
          <p:nvPr/>
        </p:nvCxnSpPr>
        <p:spPr>
          <a:xfrm flipV="1">
            <a:off x="9657730" y="1527494"/>
            <a:ext cx="404301" cy="307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2706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73</TotalTime>
  <Words>14</Words>
  <Application>Microsoft Office PowerPoint</Application>
  <PresentationFormat>Custom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Švancara</dc:creator>
  <cp:lastModifiedBy>Jiří Švancara</cp:lastModifiedBy>
  <cp:revision>9</cp:revision>
  <dcterms:created xsi:type="dcterms:W3CDTF">2025-05-04T16:47:18Z</dcterms:created>
  <dcterms:modified xsi:type="dcterms:W3CDTF">2025-07-28T09:07:18Z</dcterms:modified>
</cp:coreProperties>
</file>